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Medical Insurance Price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Machine Learning Project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Developed Using Regression Models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Best Model: </a:t>
            </a:r>
            <a:r>
              <a:rPr dirty="0" err="1"/>
              <a:t>XGBoost</a:t>
            </a:r>
            <a:r>
              <a:rPr dirty="0"/>
              <a:t> Regressor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Predict medical insurance charges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Based on customer demographic &amp; health features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Target Variable: Charges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Age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Sex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BMI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Children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Smoker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Region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Charges (Target)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Checked Missing Values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Encoded Categorical Variables (</a:t>
            </a:r>
            <a:r>
              <a:rPr dirty="0" err="1"/>
              <a:t>get_dummies</a:t>
            </a:r>
            <a:r>
              <a:rPr dirty="0"/>
              <a:t>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Train-Test Split (80%-20%)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Feature &amp; Target Separation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Linear Regression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Lasso Regression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SVR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Random Forest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Gradient Boosting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(Best Model)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R2 Score (Train &amp; Test)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Cross Validation Score (5-Fold)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Hyperparameter Tuning (</a:t>
            </a:r>
            <a:r>
              <a:rPr dirty="0" err="1"/>
              <a:t>GridSearchCV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Model: 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Highest Test Accuracy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Balanced Bias-Variance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Good Generalization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Tuned Parameters: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 err="1"/>
              <a:t>n_estimators</a:t>
            </a:r>
            <a:r>
              <a:rPr dirty="0"/>
              <a:t>=15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 err="1"/>
              <a:t>max_depth</a:t>
            </a:r>
            <a:r>
              <a:rPr dirty="0"/>
              <a:t>=3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 gamma=0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3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Smokers have significantly higher charges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Age &amp; BMI positively correlate with charges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Children have minor impact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Successfully built and deployed model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selected as final model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Can be used for insurance premium estimation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201</Words>
  <Application>Microsoft Office PowerPoint</Application>
  <PresentationFormat>On-screen Show (4:3)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Remya Vipin</dc:creator>
  <cp:keywords/>
  <dc:description>generated using python-pptx</dc:description>
  <cp:lastModifiedBy>Vipin K</cp:lastModifiedBy>
  <cp:revision>2</cp:revision>
  <dcterms:created xsi:type="dcterms:W3CDTF">2013-01-27T09:14:16Z</dcterms:created>
  <dcterms:modified xsi:type="dcterms:W3CDTF">2026-02-24T06:52:55Z</dcterms:modified>
  <cp:category/>
</cp:coreProperties>
</file>