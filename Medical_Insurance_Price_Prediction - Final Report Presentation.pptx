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Medical Insurance 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Machine Learning Project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Developed Using Regression Models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Best Model: </a:t>
            </a:r>
            <a:r>
              <a:rPr dirty="0" err="1"/>
              <a:t>XGBoost</a:t>
            </a:r>
            <a:r>
              <a:rPr dirty="0"/>
              <a:t> Regressor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Predict medical insurance charges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Based on customer demographic &amp; health features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Target Variable: Charges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Age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Sex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BMI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Children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Smoker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Region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Charges (Target)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Checked Missing Values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Encoded Categorical Variables (</a:t>
            </a:r>
            <a:r>
              <a:rPr dirty="0" err="1"/>
              <a:t>get_dummies</a:t>
            </a:r>
            <a:r>
              <a:rPr dirty="0"/>
              <a:t>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Train-Test Split (80%-20%)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Feature &amp; Target Separation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 fontAlgn="base" latinLnBrk="1"/>
            <a:r>
              <a:rPr lang="en-IN" dirty="0"/>
              <a:t> 		 </a:t>
            </a:r>
            <a:r>
              <a:rPr lang="en-IN" b="1" dirty="0"/>
              <a:t>Model </a:t>
            </a:r>
            <a:r>
              <a:rPr lang="en-IN" dirty="0"/>
              <a:t>					</a:t>
            </a:r>
            <a:r>
              <a:rPr lang="en-IN" b="1" dirty="0"/>
              <a:t> Train R2     Test R2      CV R2</a:t>
            </a:r>
          </a:p>
          <a:p>
            <a:pPr fontAlgn="base" latinLnBrk="1"/>
            <a:endParaRPr lang="en-IN" b="1" dirty="0"/>
          </a:p>
          <a:p>
            <a:pPr fontAlgn="base" latinLnBrk="1"/>
            <a:r>
              <a:rPr lang="en-IN" dirty="0"/>
              <a:t>         Linear Regression 		 		0.741410  0.782694  0.747091</a:t>
            </a:r>
          </a:p>
          <a:p>
            <a:pPr fontAlgn="base" latinLnBrk="1"/>
            <a:r>
              <a:rPr lang="en-IN" dirty="0"/>
              <a:t>         SVR                        		       		-0.097743 -0.072308 -0.103629</a:t>
            </a:r>
          </a:p>
          <a:p>
            <a:pPr fontAlgn="base" latinLnBrk="1"/>
            <a:r>
              <a:rPr lang="en-IN" dirty="0"/>
              <a:t>         Random Forest      		        		0.975452  0.864963  0.836616</a:t>
            </a:r>
          </a:p>
          <a:p>
            <a:pPr fontAlgn="base" latinLnBrk="1"/>
            <a:r>
              <a:rPr lang="en-IN" dirty="0"/>
              <a:t>         Gradient Boosting Regressor           0.899151  0.879565  0.855097</a:t>
            </a:r>
          </a:p>
          <a:p>
            <a:pPr fontAlgn="base" latinLnBrk="1"/>
            <a:r>
              <a:rPr lang="en-IN" dirty="0"/>
              <a:t>         XG Boost              		       		0.993448  0.834155  0.809825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R2 Score (Train &amp; Test)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Cross Validation Score (5-Fold)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Hyperparameter Tuning (</a:t>
            </a:r>
            <a:r>
              <a:rPr dirty="0" err="1"/>
              <a:t>GridSearchCV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Model: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Highest Test Accuracy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Balanced Bias-Variance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Good Generalization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Tuned Parameters: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n_estimators</a:t>
            </a:r>
            <a:r>
              <a:rPr dirty="0"/>
              <a:t>=15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max_depth</a:t>
            </a:r>
            <a:r>
              <a:rPr dirty="0"/>
              <a:t>=3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 gamma=0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Smokers have significantly higher charges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Age &amp; BMI positively correlate with charges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Children have minor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Successfully built and deployed model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XG</a:t>
            </a:r>
            <a:r>
              <a:rPr lang="en-IN" dirty="0"/>
              <a:t> </a:t>
            </a:r>
            <a:r>
              <a:rPr dirty="0"/>
              <a:t>Boost selected as final model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Can be used for insurance premium estimation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252</Words>
  <Application>Microsoft Office PowerPoint</Application>
  <PresentationFormat>On-screen Show (4:3)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Remya Vipin</dc:creator>
  <cp:keywords/>
  <dc:description>generated using python-pptx</dc:description>
  <cp:lastModifiedBy>Vipin K</cp:lastModifiedBy>
  <cp:revision>3</cp:revision>
  <dcterms:created xsi:type="dcterms:W3CDTF">2013-01-27T09:14:16Z</dcterms:created>
  <dcterms:modified xsi:type="dcterms:W3CDTF">2026-02-25T06:50:58Z</dcterms:modified>
  <cp:category/>
</cp:coreProperties>
</file>