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pin K" initials="VK" lastIdx="1" clrIdx="0">
    <p:extLst>
      <p:ext uri="{19B8F6BF-5375-455C-9EA6-DF929625EA0E}">
        <p15:presenceInfo xmlns:p15="http://schemas.microsoft.com/office/powerpoint/2012/main" userId="9909e487a8d646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47273"/>
            <a:ext cx="7772400" cy="1643864"/>
          </a:xfrm>
        </p:spPr>
        <p:txBody>
          <a:bodyPr/>
          <a:lstStyle/>
          <a:p>
            <a:r>
              <a:rPr b="1" i="1" dirty="0"/>
              <a:t>Medical Insurance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4557" y="2496620"/>
            <a:ext cx="5524928" cy="26301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Machine Learning Project </a:t>
            </a:r>
          </a:p>
          <a:p>
            <a:r>
              <a:rPr lang="en-IN" dirty="0">
                <a:solidFill>
                  <a:schemeClr val="tx1"/>
                </a:solidFill>
              </a:rPr>
              <a:t>    Developed using Regression Model</a:t>
            </a:r>
          </a:p>
          <a:p>
            <a:r>
              <a:rPr lang="en-IN" dirty="0">
                <a:solidFill>
                  <a:schemeClr val="tx1"/>
                </a:solidFill>
              </a:rPr>
              <a:t>Best Model – XG Boost</a:t>
            </a:r>
            <a:endParaRPr dirty="0">
              <a:solidFill>
                <a:schemeClr val="tx1"/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i="1" dirty="0"/>
              <a:t>Algorithms Used &amp; Model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77191" cy="3547153"/>
          </a:xfrm>
        </p:spPr>
        <p:txBody>
          <a:bodyPr>
            <a:normAutofit fontScale="92500" lnSpcReduction="20000"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 marL="0" indent="0" fontAlgn="base" latinLnBrk="1">
              <a:buNone/>
            </a:pPr>
            <a:r>
              <a:rPr lang="en-IN" dirty="0"/>
              <a:t> 		 </a:t>
            </a:r>
            <a:r>
              <a:rPr lang="en-IN" b="1" dirty="0"/>
              <a:t>Model </a:t>
            </a:r>
            <a:r>
              <a:rPr lang="en-IN" dirty="0"/>
              <a:t>					</a:t>
            </a:r>
            <a:r>
              <a:rPr lang="en-IN" b="1" dirty="0"/>
              <a:t> 			Accuracy</a:t>
            </a:r>
          </a:p>
          <a:p>
            <a:pPr fontAlgn="base" latinLnBrk="1"/>
            <a:endParaRPr lang="en-IN" b="1" dirty="0"/>
          </a:p>
          <a:p>
            <a:pPr marL="0" indent="0" fontAlgn="base" latinLnBrk="1">
              <a:buNone/>
            </a:pPr>
            <a:r>
              <a:rPr lang="en-IN" dirty="0"/>
              <a:t>         Linear Regression 		 			0.741410</a:t>
            </a:r>
          </a:p>
          <a:p>
            <a:pPr marL="0" indent="0" fontAlgn="base" latinLnBrk="1">
              <a:buNone/>
            </a:pPr>
            <a:r>
              <a:rPr lang="en-IN" dirty="0"/>
              <a:t>         SVR                        		       		-0.097743</a:t>
            </a:r>
          </a:p>
          <a:p>
            <a:pPr marL="0" indent="0" fontAlgn="base" latinLnBrk="1">
              <a:buNone/>
            </a:pPr>
            <a:r>
              <a:rPr lang="en-IN" dirty="0"/>
              <a:t>        Random Forest      		        		0.975452</a:t>
            </a:r>
          </a:p>
          <a:p>
            <a:pPr marL="0" indent="0" fontAlgn="base" latinLnBrk="1">
              <a:buNone/>
            </a:pPr>
            <a:r>
              <a:rPr lang="en-IN" dirty="0"/>
              <a:t>        Gradient Boosting Regressor     0.899151</a:t>
            </a:r>
          </a:p>
          <a:p>
            <a:pPr marL="0" indent="0" fontAlgn="base" latinLnBrk="1">
              <a:buNone/>
            </a:pPr>
            <a:r>
              <a:rPr lang="en-IN" dirty="0"/>
              <a:t>         XG Boost              		       		0.993448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i="1" dirty="0"/>
              <a:t>Why XG</a:t>
            </a:r>
            <a:r>
              <a:rPr lang="en-IN" b="1" i="1" dirty="0"/>
              <a:t> </a:t>
            </a:r>
            <a:r>
              <a:rPr b="1" i="1" dirty="0"/>
              <a:t>Boost is Selected as 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690207" cy="3875926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dirty="0"/>
              <a:t>• Highest R² Score among all models</a:t>
            </a:r>
          </a:p>
          <a:p>
            <a:pPr marL="0" indent="0">
              <a:buNone/>
            </a:pPr>
            <a:r>
              <a:rPr dirty="0"/>
              <a:t>• Handles non-linear relationships effectively</a:t>
            </a:r>
          </a:p>
          <a:p>
            <a:pPr marL="0" indent="0">
              <a:buNone/>
            </a:pPr>
            <a:r>
              <a:rPr dirty="0"/>
              <a:t>• Built-in regularization reduces overfitting</a:t>
            </a:r>
          </a:p>
          <a:p>
            <a:pPr marL="0" indent="0">
              <a:buNone/>
            </a:pPr>
            <a:r>
              <a:rPr dirty="0"/>
              <a:t>• Efficient handling of missing values</a:t>
            </a:r>
          </a:p>
          <a:p>
            <a:pPr marL="0" indent="0">
              <a:buNone/>
            </a:pPr>
            <a:r>
              <a:rPr dirty="0"/>
              <a:t>• Better generalization on unseen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60076" cy="48211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3800" dirty="0"/>
              <a:t>• XG</a:t>
            </a:r>
            <a:r>
              <a:rPr lang="en-IN" sz="3800" dirty="0"/>
              <a:t> </a:t>
            </a:r>
            <a:r>
              <a:rPr sz="3800" dirty="0"/>
              <a:t>Boost provided the best predictive </a:t>
            </a:r>
            <a:r>
              <a:rPr lang="en-IN" sz="3800" dirty="0"/>
              <a:t>     performance.</a:t>
            </a:r>
            <a:endParaRPr sz="3800" dirty="0"/>
          </a:p>
          <a:p>
            <a:pPr marL="0" indent="0">
              <a:buNone/>
            </a:pPr>
            <a:r>
              <a:rPr sz="3800" dirty="0"/>
              <a:t>• The model can assist insurance companies in </a:t>
            </a:r>
            <a:r>
              <a:rPr lang="en-IN" sz="3800" dirty="0"/>
              <a:t>	</a:t>
            </a:r>
            <a:r>
              <a:rPr sz="3800" dirty="0"/>
              <a:t>estimating medical costs accurately.</a:t>
            </a:r>
          </a:p>
          <a:p>
            <a:pPr marL="0" indent="0">
              <a:buNone/>
            </a:pPr>
            <a:r>
              <a:rPr sz="3800" dirty="0"/>
              <a:t>• Helps in risk assessment and pricing </a:t>
            </a:r>
            <a:r>
              <a:rPr lang="en-IN" sz="3800" dirty="0"/>
              <a:t>  </a:t>
            </a:r>
            <a:r>
              <a:rPr sz="3800" dirty="0"/>
              <a:t>strategy.</a:t>
            </a:r>
          </a:p>
          <a:p>
            <a:pPr marL="0" indent="0">
              <a:buNone/>
            </a:pPr>
            <a:r>
              <a:rPr sz="3800" dirty="0"/>
              <a:t>• Future improvements can include</a:t>
            </a:r>
            <a:r>
              <a:rPr lang="en-IN" sz="3800" dirty="0"/>
              <a:t> </a:t>
            </a:r>
            <a:r>
              <a:rPr sz="3800" dirty="0"/>
              <a:t>hyperparameter</a:t>
            </a:r>
            <a:r>
              <a:rPr lang="en-IN" sz="3800" dirty="0"/>
              <a:t> </a:t>
            </a:r>
            <a:r>
              <a:rPr sz="3800" dirty="0"/>
              <a:t>tuning and cross-validation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159</Words>
  <Application>Microsoft Office PowerPoint</Application>
  <PresentationFormat>On-screen Show (4:3)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Medical Insurance Price Prediction</vt:lpstr>
      <vt:lpstr>Algorithms Used &amp; Model Accuracy</vt:lpstr>
      <vt:lpstr>Why XG Boost is Selected as Best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Remya Vipin</dc:creator>
  <cp:keywords/>
  <dc:description>generated using python-pptx</dc:description>
  <cp:lastModifiedBy>Vipin K</cp:lastModifiedBy>
  <cp:revision>3</cp:revision>
  <dcterms:created xsi:type="dcterms:W3CDTF">2013-01-27T09:14:16Z</dcterms:created>
  <dcterms:modified xsi:type="dcterms:W3CDTF">2026-02-25T11:52:23Z</dcterms:modified>
  <cp:category/>
</cp:coreProperties>
</file>